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c9eeb9f5bb42d3" /><Relationship Type="http://schemas.openxmlformats.org/officeDocument/2006/relationships/extended-properties" Target="/docProps/app.xml" Id="Rde8b53339af243ac" /><Relationship Type="http://schemas.openxmlformats.org/officeDocument/2006/relationships/officeDocument" Target="/ppt/presentation.xml" Id="R475380b045c242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aac93cf07406b"/>
  </p:sldMasterIdLst>
  <p:notesMasterIdLst>
    <p:notesMasterId xmlns:r="http://schemas.openxmlformats.org/officeDocument/2006/relationships" r:id="R5f0248a140524cc4"/>
  </p:notesMasterIdLst>
  <p:sldIdLst>
    <p:sldId xmlns:r="http://schemas.openxmlformats.org/officeDocument/2006/relationships" id="256" r:id="Rbc56a9a126724d76"/>
    <p:sldId xmlns:r="http://schemas.openxmlformats.org/officeDocument/2006/relationships" id="257" r:id="Re0707adc8a4a4915"/>
    <p:sldId xmlns:r="http://schemas.openxmlformats.org/officeDocument/2006/relationships" id="258" r:id="Rb1891dc466154b33"/>
    <p:sldId xmlns:r="http://schemas.openxmlformats.org/officeDocument/2006/relationships" id="259" r:id="Rc890ea6c4ace43d5"/>
    <p:sldId xmlns:r="http://schemas.openxmlformats.org/officeDocument/2006/relationships" id="260" r:id="Ra0f31fe19aa4498f"/>
    <p:sldId xmlns:r="http://schemas.openxmlformats.org/officeDocument/2006/relationships" id="261" r:id="R766c2533bb0a4c47"/>
    <p:sldId xmlns:r="http://schemas.openxmlformats.org/officeDocument/2006/relationships" id="262" r:id="R7bf2134e3a564d51"/>
    <p:sldId xmlns:r="http://schemas.openxmlformats.org/officeDocument/2006/relationships" id="263" r:id="R426dc30ee9f74bbe"/>
    <p:sldId xmlns:r="http://schemas.openxmlformats.org/officeDocument/2006/relationships" id="264" r:id="Rf3e30f6d3f594f5a"/>
    <p:sldId xmlns:r="http://schemas.openxmlformats.org/officeDocument/2006/relationships" id="265" r:id="R546283b0561948fd"/>
    <p:sldId xmlns:r="http://schemas.openxmlformats.org/officeDocument/2006/relationships" id="266" r:id="R395f872c7cb74592"/>
    <p:sldId xmlns:r="http://schemas.openxmlformats.org/officeDocument/2006/relationships" id="267" r:id="R215f813c08e044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5bf69fb3f47c4" /><Relationship Type="http://schemas.openxmlformats.org/officeDocument/2006/relationships/slideMaster" Target="/ppt/slideMasters/slideMaster1.xml" Id="Rde3aac93cf07406b" /><Relationship Type="http://schemas.openxmlformats.org/officeDocument/2006/relationships/notesMaster" Target="/ppt/notesMasters/notesMaster1.xml" Id="R5f0248a140524cc4" /><Relationship Type="http://schemas.openxmlformats.org/officeDocument/2006/relationships/presProps" Target="/ppt/presProps.xml" Id="Re4bbe14d87364b6c" /><Relationship Type="http://schemas.openxmlformats.org/officeDocument/2006/relationships/tableStyles" Target="/ppt/tableStyles.xml" Id="Rcfc883492a5e47ea" /><Relationship Type="http://schemas.openxmlformats.org/officeDocument/2006/relationships/slide" Target="/ppt/slides/slide1.xml" Id="Rbc56a9a126724d76" /><Relationship Type="http://schemas.openxmlformats.org/officeDocument/2006/relationships/slide" Target="/ppt/slides/slide2.xml" Id="Re0707adc8a4a4915" /><Relationship Type="http://schemas.openxmlformats.org/officeDocument/2006/relationships/slide" Target="/ppt/slides/slide3.xml" Id="Rb1891dc466154b33" /><Relationship Type="http://schemas.openxmlformats.org/officeDocument/2006/relationships/slide" Target="/ppt/slides/slide4.xml" Id="Rc890ea6c4ace43d5" /><Relationship Type="http://schemas.openxmlformats.org/officeDocument/2006/relationships/slide" Target="/ppt/slides/slide5.xml" Id="Ra0f31fe19aa4498f" /><Relationship Type="http://schemas.openxmlformats.org/officeDocument/2006/relationships/slide" Target="/ppt/slides/slide6.xml" Id="R766c2533bb0a4c47" /><Relationship Type="http://schemas.openxmlformats.org/officeDocument/2006/relationships/slide" Target="/ppt/slides/slide7.xml" Id="R7bf2134e3a564d51" /><Relationship Type="http://schemas.openxmlformats.org/officeDocument/2006/relationships/slide" Target="/ppt/slides/slide8.xml" Id="R426dc30ee9f74bbe" /><Relationship Type="http://schemas.openxmlformats.org/officeDocument/2006/relationships/slide" Target="/ppt/slides/slide9.xml" Id="Rf3e30f6d3f594f5a" /><Relationship Type="http://schemas.openxmlformats.org/officeDocument/2006/relationships/slide" Target="/ppt/slides/slide10.xml" Id="R546283b0561948fd" /><Relationship Type="http://schemas.openxmlformats.org/officeDocument/2006/relationships/slide" Target="/ppt/slides/slide11.xml" Id="R395f872c7cb74592" /><Relationship Type="http://schemas.openxmlformats.org/officeDocument/2006/relationships/slide" Target="/ppt/slides/slide12.xml" Id="R215f813c08e044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7b4dedf2bb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c167434144c37" /><Relationship Type="http://schemas.openxmlformats.org/officeDocument/2006/relationships/notesMaster" Target="/ppt/notesMasters/notesMaster1.xml" Id="R72995b04424b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a9139696145fb" /><Relationship Type="http://schemas.openxmlformats.org/officeDocument/2006/relationships/notesMaster" Target="/ppt/notesMasters/notesMaster1.xml" Id="Re269a1c4b4d245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54f5d1aa04018" /><Relationship Type="http://schemas.openxmlformats.org/officeDocument/2006/relationships/notesMaster" Target="/ppt/notesMasters/notesMaster1.xml" Id="R6ea04a7c2273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fa0e1dde2f4291" /><Relationship Type="http://schemas.openxmlformats.org/officeDocument/2006/relationships/notesMaster" Target="/ppt/notesMasters/notesMaster1.xml" Id="R6c2cf09853c4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48a373aafa438a" /><Relationship Type="http://schemas.openxmlformats.org/officeDocument/2006/relationships/notesMaster" Target="/ppt/notesMasters/notesMaster1.xml" Id="R81b72b26b27747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30004ea7e432e" /><Relationship Type="http://schemas.openxmlformats.org/officeDocument/2006/relationships/notesMaster" Target="/ppt/notesMasters/notesMaster1.xml" Id="Ree4070e46aa14f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3fb7ab69414e0e" /><Relationship Type="http://schemas.openxmlformats.org/officeDocument/2006/relationships/notesMaster" Target="/ppt/notesMasters/notesMaster1.xml" Id="R76b74116889946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e871ace8242a5" /><Relationship Type="http://schemas.openxmlformats.org/officeDocument/2006/relationships/notesMaster" Target="/ppt/notesMasters/notesMaster1.xml" Id="Rca6391b0dc8a40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137af3b65411a" /><Relationship Type="http://schemas.openxmlformats.org/officeDocument/2006/relationships/notesMaster" Target="/ppt/notesMasters/notesMaster1.xml" Id="R0f9c4fdf1aa341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95ba0ed57547bd" /><Relationship Type="http://schemas.openxmlformats.org/officeDocument/2006/relationships/notesMaster" Target="/ppt/notesMasters/notesMaster1.xml" Id="Rad894ab62ce041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92eddf327f435b" /><Relationship Type="http://schemas.openxmlformats.org/officeDocument/2006/relationships/notesMaster" Target="/ppt/notesMasters/notesMaster1.xml" Id="R37199068f0c141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591777d7974cbf" /><Relationship Type="http://schemas.openxmlformats.org/officeDocument/2006/relationships/notesMaster" Target="/ppt/notesMasters/notesMaster1.xml" Id="R43fc688c0a48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이미지는 프로젝트의 public/terrain.png와 public/assets/building-bioprocessor.png를 사용했습니다.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C:/Users/user1/OneDrive/바탕 화면/바이브 코딩을 이용해 웹게임 만들기를 해야해. 기획을 밑에 설명.txt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현재 대화 기록 및 git log. 주요 커밋은 Build Foundry Frontier factory game, Refine placement, power, shop, and port logistics 등입니다.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스크린샷: .presentation-revision/screenshots/01-start.png. 초기 수치는 사용자 제공 TXT와 app/page.tsx의 initialGame을 참고했습니다.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스크린샷: .presentation-revision/screenshots/02-map.png. 근거: app/game-data.ts와 커밋 a93da33, 9b411b9, 8bea713.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스크린샷: .presentation-revision/screenshots/03-recipes.png. 근거: app/game-data.ts, 커밋 d75d18b, 0ccbbd3, eccb57d.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스크린샷: .presentation-revision/screenshots/04-logistics-help.png. 근거: app/page.tsx의 BeltKind 및 beltShapeClass, 초기 Sites 이력의 conveyor 관련 커밋.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스크린샷: .presentation-revision/screenshots/05-core-inspector.png. 근거: app/page.tsx의 beginMove, removeBuilding, changeRecipe, returnInventoriesToCore.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app/game-data.ts의 TICK_MS, POWER_SETTLEMENT_TICKS, TOTAL_CHUNKS와 app/page.tsx의 GamePhase 처리.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이미지는 프로젝트 public/assets의 실제 게임 리소스입니다. 오디오는 public/audio/mechanical-pulse.mp3와 설치·제거 WAV 파일을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판매소 화면은 기존 발표자료의 실제 게임 스크린샷입니다. 설비 정보 영역은 app/page.tsx의 건물별 조합법 보기, 코어 출력 포트 설정, 자동 저장 기능을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스크린샷: .presentation-revision/screenshots/10-github.png, 09-deployed-site.png. 근거: git log, docs/게임기획서.md, README.md, .openai/hosting.json, .github/workflows/deploy-pages.yml.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e9e27c362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53cb3112a34325" /><Relationship Type="http://schemas.openxmlformats.org/officeDocument/2006/relationships/slideLayout" Target="/ppt/slideLayouts/slideLayout1.xml" Id="Rc3a32b539180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32b539180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5a782f1e64671" /><Relationship Type="http://schemas.openxmlformats.org/officeDocument/2006/relationships/image" Target="/ppt/media/image.png" Id="R4af7b66739884173" /><Relationship Type="http://schemas.openxmlformats.org/officeDocument/2006/relationships/image" Target="/ppt/media/image2.png" Id="Rd615e567647c45a0" /><Relationship Type="http://schemas.openxmlformats.org/officeDocument/2006/relationships/notesSlide" Target="/ppt/notesSlides/notesSlide1.xml" Id="R2e57b086f96d4e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58038b4d44cfa" /><Relationship Type="http://schemas.openxmlformats.org/officeDocument/2006/relationships/notesSlide" Target="/ppt/notesSlides/notesSlide2.xml" Id="R3b0f39c0215f40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d7702e43f4da7" /><Relationship Type="http://schemas.openxmlformats.org/officeDocument/2006/relationships/notesSlide" Target="/ppt/notesSlides/notesSlide3.xml" Id="Re920893c7b7e40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b84dd454642b4" /><Relationship Type="http://schemas.openxmlformats.org/officeDocument/2006/relationships/image" Target="/ppt/media/image3.png" Id="R70edb7381718464c" /><Relationship Type="http://schemas.openxmlformats.org/officeDocument/2006/relationships/notesSlide" Target="/ppt/notesSlides/notesSlide4.xml" Id="R397f56050b3c49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6108e015479b" /><Relationship Type="http://schemas.openxmlformats.org/officeDocument/2006/relationships/image" Target="/ppt/media/image4.png" Id="R473739e6daf84456" /><Relationship Type="http://schemas.openxmlformats.org/officeDocument/2006/relationships/notesSlide" Target="/ppt/notesSlides/notesSlide5.xml" Id="R5774a05eac3a4d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d539353614912" /><Relationship Type="http://schemas.openxmlformats.org/officeDocument/2006/relationships/image" Target="/ppt/media/image5.png" Id="Rfe7fe51d6fcb4e81" /><Relationship Type="http://schemas.openxmlformats.org/officeDocument/2006/relationships/notesSlide" Target="/ppt/notesSlides/notesSlide6.xml" Id="R61738e72b0c944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7f1f7d362477e" /><Relationship Type="http://schemas.openxmlformats.org/officeDocument/2006/relationships/image" Target="/ppt/media/image6.png" Id="R8f7347ea59df4f27" /><Relationship Type="http://schemas.openxmlformats.org/officeDocument/2006/relationships/notesSlide" Target="/ppt/notesSlides/notesSlide7.xml" Id="Rbf7a3f96a4b44f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427b94aa74985" /><Relationship Type="http://schemas.openxmlformats.org/officeDocument/2006/relationships/image" Target="/ppt/media/image7.png" Id="Re51185cb07714855" /><Relationship Type="http://schemas.openxmlformats.org/officeDocument/2006/relationships/notesSlide" Target="/ppt/notesSlides/notesSlide8.xml" Id="R4cbbda8ffd024b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3dfa497584d5d" /><Relationship Type="http://schemas.openxmlformats.org/officeDocument/2006/relationships/notesSlide" Target="/ppt/notesSlides/notesSlide9.xml" Id="R20da91bcb57e4c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f096e0c784344" /><Relationship Type="http://schemas.openxmlformats.org/officeDocument/2006/relationships/image" Target="/ppt/media/image8.png" Id="Rb2b309cb10964abd" /><Relationship Type="http://schemas.openxmlformats.org/officeDocument/2006/relationships/image" Target="/ppt/media/image9.png" Id="Rf6e2c2001a1c4e8a" /><Relationship Type="http://schemas.openxmlformats.org/officeDocument/2006/relationships/image" Target="/ppt/media/image10.png" Id="Ra959c050a3a04185" /><Relationship Type="http://schemas.openxmlformats.org/officeDocument/2006/relationships/image" Target="/ppt/media/image11.png" Id="Rb6c350baeae24eda" /><Relationship Type="http://schemas.openxmlformats.org/officeDocument/2006/relationships/image" Target="/ppt/media/image12.png" Id="Reba77600c2544d1b" /><Relationship Type="http://schemas.openxmlformats.org/officeDocument/2006/relationships/notesSlide" Target="/ppt/notesSlides/notesSlide10.xml" Id="R5eda84f375b2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37535beca4641" /><Relationship Type="http://schemas.openxmlformats.org/officeDocument/2006/relationships/image" Target="/ppt/media/image13.png" Id="Rb365ff257aa24aff" /><Relationship Type="http://schemas.openxmlformats.org/officeDocument/2006/relationships/notesSlide" Target="/ppt/notesSlides/notesSlide11.xml" Id="R8163843113a143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efdd0344443ac" /><Relationship Type="http://schemas.openxmlformats.org/officeDocument/2006/relationships/image" Target="/ppt/media/image14.png" Id="Rfec4e2c9bbdc4847" /><Relationship Type="http://schemas.openxmlformats.org/officeDocument/2006/relationships/image" Target="/ppt/media/image15.png" Id="Rd59be67da838468b" /><Relationship Type="http://schemas.openxmlformats.org/officeDocument/2006/relationships/notesSlide" Target="/ppt/notesSlides/notesSlide12.xml" Id="R3bedbf6095694f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7b6673988417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667CA-14A0-48A0-8AF0-4318533E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02090-DAE3-4FA2-ACF0-FE4681B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FOUNDRY FRONTIER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CB01-B5EE-46A3-830E-0205601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대화형 바이브 코딩 개발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DDC08-5C9C-439D-A413-A3BD1DFE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초기 기획 TXT를 실제 플레이 가능한 공장 자동화 게임으로 확장한 기록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5e567647c45a0"/>
          <a:stretch xmlns:a="http://schemas.openxmlformats.org/drawingml/2006/main"/>
        </p:blipFill>
        <p:spPr>
          <a:xfrm xmlns:a="http://schemas.openxmlformats.org/drawingml/2006/main">
            <a:off x="7353300" y="139065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8020D-ED91-4E6D-A382-540D7DF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2026. 09</a:t>
            </a:r>
          </a:p>
        </p:txBody>
      </p:sp>
    </p:spTree>
    <p:extLst>
      <p:ext uri="{BB962C8B-B14F-4D97-AF65-F5344CB8AC3E}">
        <p14:creationId xmlns:p14="http://schemas.microsoft.com/office/powerpoint/2010/main" val="629204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E6E8C-D87A-4C5A-B4D6-7F7BB16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D1B1C-E932-4386-871A-3FDF6C7B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초기 기획 TXT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FE783-10EA-4340-A78F-408FB1A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엔드필드 4번 광구의 공장 시스템을 간단한 타이쿤 게임으로 재구성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1B088-C2A6-474A-95DA-5B4F88C3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0C313-8122-4F68-8AD1-DA8C78E7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“모든 리소스는 자체적으로 디자인하고, 최대한 빠르게 나올 수 있는 형태로”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66A10-29D3-4850-8444-D9DC5409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조작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462D2-FC9D-4649-B9E9-58C92F33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WASD 이동, 좌클릭 결정, 우클릭 상호작용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Q 건물, E 컨베이어, Space 판매소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0DB69-5255-4CFD-955F-BFF7D5E9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44DF7-8702-49AE-856F-B4667018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432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중앙 코어에서 시작해 청크를 구매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최대 31×31 청크까지 확장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EA8B5-F222-49F8-A5ED-D9789078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생산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F5776-BFC5-44D2-8151-F732448A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2초 단위로 건물이 작동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광물 가공과 배터리 판매가 기본 목표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1AB8F-6465-4234-ADB0-191086A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원안에는 코어와 8종 설비, 광물 티어, 전력, 아이템 가격까지 포함되어 있어 첫 버전을 빠르게 구현할 수 있었다.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7B55C-2F35-4259-8BC0-972F9EB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출처 · 초기 기획 TXT</a:t>
            </a:r>
          </a:p>
        </p:txBody>
      </p:sp>
    </p:spTree>
    <p:extLst>
      <p:ext uri="{BB962C8B-B14F-4D97-AF65-F5344CB8AC3E}">
        <p14:creationId xmlns:p14="http://schemas.microsoft.com/office/powerpoint/2010/main" val="792063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EC575-443B-4A83-B472-2EE8E53E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0BCD7-C1DE-4928-B2D5-20FF680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대화 중심 개발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42E89-5ADC-4782-8C0F-CAE0DB3F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완성된 설계서를 한 번에 구현하지 않고 실행 결과를 보며 요구사항을 이어 붙임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A7064-D915-4ABC-B18D-99D53A78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2DBF7-DCE4-4CAC-B405-816A5B8A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1. 현재 코드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EA659-1E48-4AFD-B7AB-87A008AD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문서보다 실제 동작을 우선 기준으로 삼았다. 기존 구현을 읽고 서로 맞지 않는 부분을 먼저 찾았다.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4CBD7-327C-4A72-B5DA-4F052AE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2. 짧은 요구사항 반영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EF45E-9689-4A88-A6AB-34B5E52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광맥 확률, 컨베이어 꺾임, 식물 획득처럼 플레이 중 발견한 문제를 한 항목씩 수정했다.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28EE1-5ACF-45C1-948B-362EB2E3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3. 문서와 배포 갱신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7495B-06A9-4C2B-9202-56BBC7A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기능이 바뀔 때마다 게임 기획서, 디자인 문서, README를 현행 코드에 맞춰 정리했다.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65B68-4A3C-4A1F-9814-35AF1772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725BA-C426-486E-BEB2-8CCEE7C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33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코드 수정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3526E-32AE-453F-9A0A-F89A8AAF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실행 화면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EFA33-E714-4786-9BDA-3AC2E11F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추가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EB4D0-0589-4F89-8CCD-623313D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96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이 순환을 반복하면서 초기 원안보다 넓은 콘텐츠와 조작 기능이 만들어졌다.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35982-EF1A-4F31-81B5-EC4DF511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대화 기록과 Git 커밋 이력을 바탕으로 정리</a:t>
            </a:r>
          </a:p>
        </p:txBody>
      </p:sp>
    </p:spTree>
    <p:extLst>
      <p:ext uri="{BB962C8B-B14F-4D97-AF65-F5344CB8AC3E}">
        <p14:creationId xmlns:p14="http://schemas.microsoft.com/office/powerpoint/2010/main" val="69393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1DBA5-6014-4EC0-A005-ABBAF6E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03A4E-D02E-4D73-AC7E-D63AE27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첫 플레이 가능한 버전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9A37D-2637-441C-9AA5-BDEB32D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시작 화면과 중앙 코어를 먼저 만들고 기본 조작을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6DF94-6917-47D3-B4BD-FEA7FF36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db738171846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66850"/>
            <a:ext cx="6858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414EE-206F-469B-AF59-12E44397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초기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4B405-2AFE-4142-9069-EAB9FE0D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2882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1,000 골드와 10,000 전력을 가진 5×5 코어에서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BFCD6-3384-42F0-9FEF-67F3C6C8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기본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B9A88-4CE0-42B0-8A6A-9693BB0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242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WASD 카메라 이동과 마우스 설치, 우클릭 관리 기능을 먼저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79231-774F-4E03-8DAF-19665015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기본 메뉴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1E27C-507D-481D-8309-C65EB27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720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건물 카탈로그, 컨베이어 설치, 판매소를 화면 하단 명령으로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4AFA5-1D5E-4766-B25C-F1C866D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개발 초점 · 조작 가능한 최소 게임 루프</a:t>
            </a:r>
          </a:p>
        </p:txBody>
      </p:sp>
    </p:spTree>
    <p:extLst>
      <p:ext uri="{BB962C8B-B14F-4D97-AF65-F5344CB8AC3E}">
        <p14:creationId xmlns:p14="http://schemas.microsoft.com/office/powerpoint/2010/main" val="1830820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667C4-E3A7-40DB-98E4-CDCD901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7BB10-391F-4E48-8391-BFE61727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청크와 자원 생성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B5B41-C6FC-45A1-AEFC-219CDFE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플레이 화면을 보며 지도 크기와 확률 규칙을 구체화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03F5F-2EFF-40E2-AA4C-6F1803F8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739e6daf84456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3350" y="1466850"/>
            <a:ext cx="7562850" cy="4724400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7FF90-6FB6-4983-B7D3-80702283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청크 크기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387D4-BDB3-42FE-B6D8-618B742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처음 10×10으로 잡았던 청크를 15×15로 넓혀 건설 공간을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59CF0-FA5B-4B7C-A673-C1280C16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광맥 확률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20BF1-12D4-4274-B62C-DEBC371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시작 청크는 0개, 인접 청크는 1~2개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일반 청크는 0개 40%, 1개 45%, 2개 15%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A5EAB-FE95-4888-BFAC-E55B862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탐사 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C45B6-DC5E-4A52-AFB9-17C146D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열리지 않은 인접 청크도 3칸 시야 안에서 광맥 종류와 개수를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955C7-6B67-4143-A351-D31E636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추가 변경 · 청크별 야생 식물 10% 생성과 가치 구역 적용</a:t>
            </a:r>
          </a:p>
        </p:txBody>
      </p:sp>
    </p:spTree>
    <p:extLst>
      <p:ext uri="{BB962C8B-B14F-4D97-AF65-F5344CB8AC3E}">
        <p14:creationId xmlns:p14="http://schemas.microsoft.com/office/powerpoint/2010/main" val="354065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2C029-A375-4518-BAFB-8ED77A5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59088-03B4-4145-B500-E1C6350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제작법과 재배 콘텐츠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84782-B959-4EC3-9DD1-A77F21E4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광물 가공만 있던 생산망에 식물과 복합 소재를 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2F6B0-391B-41EF-AB40-F279737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fe51d6fcb4e81"/>
          <a:srcRect xmlns:a="http://schemas.openxmlformats.org/drawingml/2006/main" l="0" t="49" r="0" b="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66850"/>
            <a:ext cx="7810500" cy="4876800"/>
          </a:xfrm>
          <a:prstGeom xmlns:a="http://schemas.openxmlformats.org/drawingml/2006/main" prst="roundRect">
            <a:avLst>
              <a:gd name="adj" fmla="val 23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3F565-FAA0-4250-AA9C-994EAF1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원안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CC733-CDB8-478E-B219-9749E73E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19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광물 정제와 분쇄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부품 제작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배터리 합성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8AFDD-E13A-4A45-848C-5341C1D5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761CF-55BF-49FC-A9B3-78CD0939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238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야생 식물 채집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씨앗 추출과 재배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생물 가공과 복합 소재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판매 가능한 고급 제품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6CD25-C9B5-4FD0-90A5-9208C3F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673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건물 메뉴에서 각 설비의 조합법을 바로 펼쳐 볼 수 있게 했다.</a:t>
            </a:r>
          </a:p>
        </p:txBody>
      </p:sp>
    </p:spTree>
    <p:extLst>
      <p:ext uri="{BB962C8B-B14F-4D97-AF65-F5344CB8AC3E}">
        <p14:creationId xmlns:p14="http://schemas.microsoft.com/office/powerpoint/2010/main" val="709927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E918C-8648-477E-9FA9-FB1EF11E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4F258-22B2-417D-A7A6-98BA70B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컨베이어 기능 고도화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F3F7D-D3CA-469A-AB89-2B8A56D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직선 운송에서 자동 꺾임과 특수 물류까지 단계적으로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7F8ED-491F-4148-8F79-39D4E11C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347ea59df4f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668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A5CEF-AB48-4DDA-AB52-986BB9A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ㄱ자 자동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7E28F-E9E3-4A57-8B7B-7BA31C65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연속 설치된 일반 벨트의 이전 방향과 출력 방향을 비교해 코너 이미지를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2436E-942D-4F59-B9DD-2A69A5D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교차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4DA8D-A66C-4026-A799-320E405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두 방향의 아이템을 한 칸에서 서로 간섭 없이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DC581-E3BC-47DF-ACE4-547187A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분배와 합류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59611-2AD1-4175-A9A4-9A256BDF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577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분배는 출구를 번갈아 사용하고 합류는 여러 입력을 한 방향으로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E2931-9BA0-47B1-AC00-EC51E96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F로 종류 변경 · R로 출력 방향 회전</a:t>
            </a:r>
          </a:p>
        </p:txBody>
      </p:sp>
    </p:spTree>
    <p:extLst>
      <p:ext uri="{BB962C8B-B14F-4D97-AF65-F5344CB8AC3E}">
        <p14:creationId xmlns:p14="http://schemas.microsoft.com/office/powerpoint/2010/main" val="492330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6521D-6EFB-4709-95F2-6BD59F66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37D26-D00B-44F6-9563-8382A85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설치 장치의 관리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D1B18-3EEF-4699-AEC7-29855B0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설치 이후에도 내부 상태를 잃지 않고 이동과 회수가 가능하도록 수정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104F6-07A0-41E4-9DF3-58C589B7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85cb077148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4668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FC56D-C4D5-4E0F-BFC6-46BE33D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상호작용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9153B-9B11-4807-A905-9BAC27E7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건물을 선택하면 전력 상태, 제작법, 입력·출력 재고를 한 화면에서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0371E-64BA-4AF1-9E50-2394F33B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이동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0FEC9-1079-4A16-8857-09509CE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설치된 장치를 새 위치로 옮길 때 내부 아이템과 선택한 제작법을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E01A9-0AB0-4AA4-B5A3-ED10729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철거와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3654B-7154-463D-BA83-94471F7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장치를 제거하거나 제작법을 바꾸면 내부 재고를 코어 인벤토리로 반환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A21E8-0A20-454E-A938-43BDB1B3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초기 TXT의 우클릭 상호작용 요구를 실제 관리 UI로 확장</a:t>
            </a:r>
          </a:p>
        </p:txBody>
      </p:sp>
    </p:spTree>
    <p:extLst>
      <p:ext uri="{BB962C8B-B14F-4D97-AF65-F5344CB8AC3E}">
        <p14:creationId xmlns:p14="http://schemas.microsoft.com/office/powerpoint/2010/main" val="938996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67ADC-C604-4859-ADA6-D598ED0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DCCFF-DC15-45CA-A86D-931661A4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틱과 전력, 종료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BB4B5-9A88-46C8-93B2-587139ED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대화에서 정한 시간 규칙을 생산과 게임 상태에 공통 적용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F23BE-CE89-48EC-B942-A1F184B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17CC1-C7B4-469A-8BBE-1DEA815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2초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24FB6-5BAD-46BD-835E-6CC5FAE2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아이템 생산과 이동의 기본 1틱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D626B-2EEF-4EE2-846F-F8DBD86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573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5틱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5977C-2555-4B50-A151-F10AD950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누적 생산량과 소비량을 반영하는 전력 정산 주기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49FD2-5FC1-4C8B-9A24-47C57D3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961청크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F6FC9-7B3A-4E65-875D-D98D5B54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31×31 전체 지도를 열면 승리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8E544-DB0C-40E4-922A-E22CDBF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전력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E7F2B-A377-45E5-960D-B6052422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보관 전력이 0이 되면 GAME OVER 화면을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59B47-99A9-4E76-9FA6-12D65CE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전체 개척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EC95B-E30B-4997-B978-728A3D5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승리 화면에서 공장을 계속 운영하거나 운영을 종료할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BDE7D-7F97-477B-A344-B3C9E37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현행 규칙 · 생산 1틱 2초 · 전력 정산 10초</a:t>
            </a:r>
          </a:p>
        </p:txBody>
      </p:sp>
    </p:spTree>
    <p:extLst>
      <p:ext uri="{BB962C8B-B14F-4D97-AF65-F5344CB8AC3E}">
        <p14:creationId xmlns:p14="http://schemas.microsoft.com/office/powerpoint/2010/main" val="9341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B9AD9-4239-4666-A65B-B2945DD7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58D8B-FBB6-4BB6-BD9A-C71F71FF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이미지와 오디오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23983-DB3F-4805-B7F5-A3115548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기획 문서의 분위기를 유지하면서 게임에 필요한 리소스를 직접 제작하고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4CD9C-0E9C-4FA5-B88B-822F2473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309cb10964abd"/>
          <a:stretch xmlns:a="http://schemas.openxmlformats.org/drawingml/2006/main"/>
        </p:blipFill>
        <p:spPr>
          <a:xfrm xmlns:a="http://schemas.openxmlformats.org/drawingml/2006/main">
            <a:off x="685800" y="1581150"/>
            <a:ext cx="2095500" cy="20955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2c2001a1c4e8a"/>
          <a:stretch xmlns:a="http://schemas.openxmlformats.org/drawingml/2006/main"/>
        </p:blipFill>
        <p:spPr>
          <a:xfrm xmlns:a="http://schemas.openxmlformats.org/drawingml/2006/main">
            <a:off x="3048000" y="1606725"/>
            <a:ext cx="2095500" cy="20443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9c050a3a04185"/>
          <a:stretch xmlns:a="http://schemas.openxmlformats.org/drawingml/2006/main"/>
        </p:blipFill>
        <p:spPr>
          <a:xfrm xmlns:a="http://schemas.openxmlformats.org/drawingml/2006/main">
            <a:off x="5410200" y="1724731"/>
            <a:ext cx="2095500" cy="1808339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350baeae24eda"/>
          <a:stretch xmlns:a="http://schemas.openxmlformats.org/drawingml/2006/main"/>
        </p:blipFill>
        <p:spPr>
          <a:xfrm xmlns:a="http://schemas.openxmlformats.org/drawingml/2006/main">
            <a:off x="7943850" y="171450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7600c2544d1b"/>
          <a:stretch xmlns:a="http://schemas.openxmlformats.org/drawingml/2006/main"/>
        </p:blipFill>
        <p:spPr>
          <a:xfrm xmlns:a="http://schemas.openxmlformats.org/drawingml/2006/main">
            <a:off x="97917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E0070-A22B-4E44-BBF9-7D977EC5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식물과 물류 이미지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50897-C5C3-425B-A193-18325E36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새 콘텐츠가 추가될 때 기존 산업풍 색감과 탑다운 시점을 유지하도록 이미지 프롬프트를 문서화했다.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3D184-82D5-4633-88A2-71C6928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배경음악과 효과음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9E5BF-52F1-4256-A0EA-D699F77A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Mechanical Pulse를 배경음악으로 적용하고 설치·제거 효과음을 sound 리소스로 추가했다.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37B94-63FA-490E-AC13-5ACE39BC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리소스 위치 · public/assets · public/audio</a:t>
            </a:r>
          </a:p>
        </p:txBody>
      </p:sp>
    </p:spTree>
    <p:extLst>
      <p:ext uri="{BB962C8B-B14F-4D97-AF65-F5344CB8AC3E}">
        <p14:creationId xmlns:p14="http://schemas.microsoft.com/office/powerpoint/2010/main" val="120168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AC50F-57E7-4793-88B9-C43B459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D57D-289D-4F16-9958-9C702F3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판매와 플레이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12A93-642B-4917-BFDD-E1488A28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생산 결과를 판매하고 설비에 필요한 정보를 게임 화면에서 바로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DA8F4-855E-4910-9D76-0A66F14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5ff257aa24aff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85900"/>
            <a:ext cx="5238750" cy="3276600"/>
          </a:xfrm>
          <a:prstGeom xmlns:a="http://schemas.openxmlformats.org/drawingml/2006/main" prst="roundRect">
            <a:avLst>
              <a:gd name="adj" fmla="val 290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5939D-2C48-482C-8E88-9E373F48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판매소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2636-9044-4D5D-8B95-B516136A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보유량을 확인하고 선택 수량 또는 전체 재고를 스테이지에 올린 뒤 판매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47B62-EE0E-4767-BC25-A452999C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48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설비 정보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FA122-2EF4-447E-A44C-493D835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97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건물별 조합법과 코어 출력 포트를 확인해 생산·운송 흐름을 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46E32-DEE0-4DF2-85B8-40D26604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추가 편의 · 건물별 조합법 보기 · 코어 출력 포트별 아이템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F6494-D7E8-4994-8B2E-F087A3E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85900"/>
            <a:ext cx="52387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62A"/>
          </a:solidFill>
          <a:ln xmlns:a="http://schemas.openxmlformats.org/drawingml/2006/main" w="19050">
            <a:solidFill>
              <a:srgbClr val="2E6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AF21E-C2BA-4AF4-82BF-15DBFD6B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19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3A"/>
          </a:solidFill>
          <a:ln xmlns:a="http://schemas.openxmlformats.org/drawingml/2006/main" w="9525">
            <a:solidFill>
              <a:srgbClr val="2C56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AC47D-B387-4C0F-AF4A-475C4020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57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6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62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1885E-D039-4BF0-98B8-54FB1488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E8D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3E8D2"/>
                </a:solidFill>
                <a:latin typeface="Malgun Gothic"/>
                <a:ea typeface="Malgun Gothic"/>
                <a:cs typeface="Malgun Gothic"/>
              </a:rPr>
              <a:t>조합법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43533-C66A-45A4-A5E1-FAEAAB1E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9CF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B9CFCC"/>
                </a:solidFill>
                <a:latin typeface="Malgun Gothic"/>
                <a:ea typeface="Malgun Gothic"/>
                <a:cs typeface="Malgun Gothic"/>
              </a:rPr>
              <a:t>건물 메뉴에서 설비별 입력 재료와 결과물을 바로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0DEFF-D91E-488F-B823-E214E2F9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819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3A"/>
          </a:solidFill>
          <a:ln xmlns:a="http://schemas.openxmlformats.org/drawingml/2006/main" w="9525">
            <a:solidFill>
              <a:srgbClr val="2C56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1FEB4-C9D7-4770-84CB-D8682D82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6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62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B6C18-FF4A-486D-B54A-713677EB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E8D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3E8D2"/>
                </a:solidFill>
                <a:latin typeface="Malgun Gothic"/>
                <a:ea typeface="Malgun Gothic"/>
                <a:cs typeface="Malgun Gothic"/>
              </a:rPr>
              <a:t>코어 출력 설정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841B6-A762-48C0-B652-39A5AA30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384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9CF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B9CFCC"/>
                </a:solidFill>
                <a:latin typeface="Malgun Gothic"/>
                <a:ea typeface="Malgun Gothic"/>
                <a:cs typeface="Malgun Gothic"/>
              </a:rPr>
              <a:t>6개 출력 포트마다 내보낼 아이템을 선택해 물류를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FE65A-4C8D-47BA-9E86-8E727688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819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3A"/>
          </a:solidFill>
          <a:ln xmlns:a="http://schemas.openxmlformats.org/drawingml/2006/main" w="9525">
            <a:solidFill>
              <a:srgbClr val="2C565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35C94-2366-4577-958E-81C5FB6E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62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6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62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5B8A2-7C6C-4BBB-B731-5B1C01A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E8D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3E8D2"/>
                </a:solidFill>
                <a:latin typeface="Malgun Gothic"/>
                <a:ea typeface="Malgun Gothic"/>
                <a:cs typeface="Malgun Gothic"/>
              </a:rPr>
              <a:t>상태 자동 보관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C01CE-8F3E-4ABC-8FBD-BF6ADC2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909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9CF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B9CFCC"/>
                </a:solidFill>
                <a:latin typeface="Malgun Gothic"/>
                <a:ea typeface="Malgun Gothic"/>
                <a:cs typeface="Malgun Gothic"/>
              </a:rPr>
              <a:t>게임 진행 상태를 브라우저 저장소에 자동으로 기록</a:t>
            </a:r>
          </a:p>
        </p:txBody>
      </p:sp>
    </p:spTree>
    <p:extLst>
      <p:ext uri="{BB962C8B-B14F-4D97-AF65-F5344CB8AC3E}">
        <p14:creationId xmlns:p14="http://schemas.microsoft.com/office/powerpoint/2010/main" val="1818500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78085-9D55-4170-8422-74B8EFFC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99D13-2C3A-4ED3-941D-D0F7AA76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문서화와 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BFFAF-5BED-4AAD-A8BB-F03EED0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B1"/>
                </a:solidFill>
                <a:latin typeface="Malgun Gothic"/>
                <a:ea typeface="Malgun Gothic"/>
                <a:cs typeface="Malgun Gothic"/>
              </a:rPr>
              <a:t>현행 코드를 기준으로 문서를 다시 쓰고 Git 저장소와 웹 배포를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F466-9C09-4269-A7A9-C36B2836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4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4e2c9bbdc4847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66850"/>
            <a:ext cx="5200650" cy="3257550"/>
          </a:xfrm>
          <a:prstGeom xmlns:a="http://schemas.openxmlformats.org/drawingml/2006/main" prst="roundRect">
            <a:avLst>
              <a:gd name="adj" fmla="val 2924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be67da838468b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466850"/>
            <a:ext cx="5200650" cy="3257550"/>
          </a:xfrm>
          <a:prstGeom xmlns:a="http://schemas.openxmlformats.org/drawingml/2006/main" prst="roundRect">
            <a:avLst>
              <a:gd name="adj" fmla="val 29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0D671-25DB-4457-A89B-098C638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5A936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BD2FE-5ECD-431B-8CCE-FB6FBBD8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게임기획서, 게임 디자인 문서, 이미지·오디오 프롬프트, 한국어 README를 코드 기준으로 갱신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16AD-7608-4BDC-9102-2930CE2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10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D6C7"/>
                </a:solidFill>
                <a:latin typeface="Malgun Gothic"/>
                <a:ea typeface="Malgun Gothic"/>
                <a:cs typeface="Malgun Gothic"/>
              </a:rPr>
              <a:t>배포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C5037-4D02-4EC5-8AB7-8F8F8ABE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8162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AF4F3"/>
                </a:solidFill>
                <a:latin typeface="Malgun Gothic"/>
                <a:ea typeface="Malgun Gothic"/>
                <a:cs typeface="Malgun Gothic"/>
              </a:rPr>
              <a:t>GitHub main에 기능 단위 커밋을 쌓고 Sites v8로 게시했다. GitHub Pages용 정적 빌드와 워크플로도 작성했다.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8AA87-6E3E-4382-9D7A-3014F3C3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F8587"/>
                </a:solidFill>
                <a:latin typeface="Malgun Gothic"/>
                <a:ea typeface="Malgun Gothic"/>
                <a:cs typeface="Malgun Gothic"/>
              </a:rPr>
              <a:t>현재 실행 주소 · foundry-frontier.asdffdsaasdffdda.chatgpt.site</a:t>
            </a:r>
          </a:p>
        </p:txBody>
      </p:sp>
    </p:spTree>
    <p:extLst>
      <p:ext uri="{BB962C8B-B14F-4D97-AF65-F5344CB8AC3E}">
        <p14:creationId xmlns:p14="http://schemas.microsoft.com/office/powerpoint/2010/main" val="1017315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2026-09-12T05:10:49.0940000Z</dcterms:created>
  <dcterms:modified xsi:type="dcterms:W3CDTF">2026-09-12T05:10:49.0940000Z</dcterms:modified>
</coreProperties>
</file>